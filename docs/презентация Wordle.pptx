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67" r:id="rId15"/>
    <p:sldId id="268" r:id="rId16"/>
  </p:sldIdLst>
  <p:sldSz cx="10080625" cy="567055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5" autoAdjust="0"/>
    <p:restoredTop sz="94660"/>
  </p:normalViewPr>
  <p:slideViewPr>
    <p:cSldViewPr snapToGrid="0">
      <p:cViewPr>
        <p:scale>
          <a:sx n="100" d="100"/>
          <a:sy n="100" d="100"/>
        </p:scale>
        <p:origin x="682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447A80F-2E8B-4858-8F9A-A3C74E7EE8D9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BF9578C-B012-4412-A605-34812AA9D02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Седьмой уровень структуры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&lt;дата/время&gt;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7616491-5667-4070-B6F4-BE46878FE08A}" type="slidenum"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492" y="253320"/>
            <a:ext cx="9071640" cy="41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6000" b="0" strike="noStrike" spc="-1" dirty="0" err="1">
                <a:solidFill>
                  <a:srgbClr val="000000"/>
                </a:solidFill>
                <a:latin typeface="Arial"/>
              </a:rPr>
              <a:t>Wordle</a:t>
            </a:r>
            <a:endParaRPr lang="ru-RU" sz="6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480000" y="5040000"/>
            <a:ext cx="3455640" cy="5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Выполнил Андреев Лев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Проблематика</a:t>
            </a: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417"/>
              </a:spcBef>
              <a:buNone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Мой проект создан для того, чтобы развивать словарный запас людей. В наше время словарный запас у общества сильно истощился, поэтому мне пришла в голову такая идея.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Цель проекта</a:t>
            </a: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417"/>
              </a:spcBef>
              <a:buNone/>
            </a:pPr>
            <a:r>
              <a:rPr lang="ru-RU" sz="3200" b="0" strike="noStrike" spc="-1" dirty="0">
                <a:solidFill>
                  <a:srgbClr val="000000"/>
                </a:solidFill>
                <a:latin typeface="Arial"/>
              </a:rPr>
              <a:t>Целью проекта я поставил себе создать рабочую программу, которая будет понятна обычному пользователю.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План разработки проекта</a:t>
            </a: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Придумать дизайн программы.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Понять, как её реализовать 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Написать код программы.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492" y="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Классы</a:t>
            </a:r>
          </a:p>
        </p:txBody>
      </p:sp>
      <p:pic>
        <p:nvPicPr>
          <p:cNvPr id="18" name="Рисунок 17"/>
          <p:cNvPicPr/>
          <p:nvPr/>
        </p:nvPicPr>
        <p:blipFill>
          <a:blip r:embed="rId2"/>
          <a:stretch/>
        </p:blipFill>
        <p:spPr>
          <a:xfrm rot="21592800">
            <a:off x="1961519" y="824130"/>
            <a:ext cx="6157586" cy="4600101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Фреймворк Qt</a:t>
            </a: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 algn="ctr">
              <a:spcBef>
                <a:spcPts val="1417"/>
              </a:spcBef>
              <a:buNone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</a:rPr>
              <a:t>Фреймворк Qt использовался в первую очередь для создания графического приложения. Но также он использовался для создания и использования базы данных.</a:t>
            </a:r>
          </a:p>
          <a:p>
            <a:pPr marL="432000" indent="0">
              <a:spcBef>
                <a:spcPts val="1417"/>
              </a:spcBef>
              <a:buNone/>
            </a:pPr>
            <a:endParaRPr lang="ru-RU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 dirty="0">
                <a:solidFill>
                  <a:srgbClr val="000000"/>
                </a:solidFill>
                <a:latin typeface="Arial"/>
              </a:rPr>
              <a:t>Реализация</a:t>
            </a: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648962"/>
            <a:ext cx="3996000" cy="2372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417"/>
              </a:spcBef>
              <a:buNone/>
            </a:pPr>
            <a:r>
              <a:rPr lang="ru-RU" sz="3200" b="0" strike="noStrike" spc="-1" dirty="0">
                <a:solidFill>
                  <a:srgbClr val="000000"/>
                </a:solidFill>
                <a:latin typeface="Arial"/>
              </a:rPr>
              <a:t>Я, придерживаясь плана, начал с дизайна. Создал  меню, окна игры и  конец игры.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78B6CE0-BCAB-498C-9910-A383EC6FD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120" y="746855"/>
            <a:ext cx="3996000" cy="23726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AF01B6-FB76-4BF1-8B9C-DC8AA7C40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120" y="3215830"/>
            <a:ext cx="3996000" cy="2372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Реализация</a:t>
            </a: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60000" y="1620000"/>
            <a:ext cx="4176000" cy="28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417"/>
              </a:spcBef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Затем я начал работу с базой данных. Здесь стоит выделить функцию take_a_word, которая случайно выбирает слово из базы данных.</a:t>
            </a:r>
          </a:p>
        </p:txBody>
      </p:sp>
      <p:pic>
        <p:nvPicPr>
          <p:cNvPr id="25" name="Рисунок 24"/>
          <p:cNvPicPr/>
          <p:nvPr/>
        </p:nvPicPr>
        <p:blipFill>
          <a:blip r:embed="rId2"/>
          <a:stretch/>
        </p:blipFill>
        <p:spPr>
          <a:xfrm>
            <a:off x="4680000" y="1620000"/>
            <a:ext cx="4860000" cy="2952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Реализация</a:t>
            </a: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36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>
              <a:spcBef>
                <a:spcPts val="1417"/>
              </a:spcBef>
              <a:buNone/>
            </a:pPr>
            <a:r>
              <a:rPr lang="ru-RU" sz="2000" b="0" strike="noStrike" spc="-1">
                <a:solidFill>
                  <a:srgbClr val="000000"/>
                </a:solidFill>
                <a:latin typeface="Arial"/>
              </a:rPr>
              <a:t>Далее я начал работу с самой игрой, которая реализуется в классе Game. В этом классе достаточно много функций. В основном они относятся к кнопкам. Из Важных я бы выделил функцию marksy, которая красит ячейки с буквами, а также функцию onoff, которая активирует и деактивирует строки написания слов.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Реализация</a:t>
            </a:r>
          </a:p>
        </p:txBody>
      </p:sp>
      <p:pic>
        <p:nvPicPr>
          <p:cNvPr id="29" name="Рисунок 28"/>
          <p:cNvPicPr/>
          <p:nvPr/>
        </p:nvPicPr>
        <p:blipFill>
          <a:blip r:embed="rId2"/>
          <a:stretch/>
        </p:blipFill>
        <p:spPr>
          <a:xfrm>
            <a:off x="731520" y="900000"/>
            <a:ext cx="4308480" cy="4680000"/>
          </a:xfrm>
          <a:prstGeom prst="rect">
            <a:avLst/>
          </a:prstGeom>
          <a:ln w="0">
            <a:noFill/>
          </a:ln>
        </p:spPr>
      </p:pic>
      <p:pic>
        <p:nvPicPr>
          <p:cNvPr id="30" name="Рисунок 29"/>
          <p:cNvPicPr/>
          <p:nvPr/>
        </p:nvPicPr>
        <p:blipFill>
          <a:blip r:embed="rId3"/>
          <a:stretch/>
        </p:blipFill>
        <p:spPr>
          <a:xfrm>
            <a:off x="5940000" y="900000"/>
            <a:ext cx="2883960" cy="4680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Анализ полученных результатов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6C727F-42D1-4C6A-9F54-DCC51E7EE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149" y="1037230"/>
            <a:ext cx="7190326" cy="41750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Анализ полученных результатов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DBD5067-5358-4DC6-8380-1F2E19D73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412" y="1129803"/>
            <a:ext cx="7430815" cy="431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607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Анализ полученных результатов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9C39DE-B716-4A4D-8A01-034274C46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439" y="1172520"/>
            <a:ext cx="7500761" cy="435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906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Анализ полученных результатов</a:t>
            </a: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 algn="ctr">
              <a:spcBef>
                <a:spcPts val="1417"/>
              </a:spcBef>
              <a:buNone/>
            </a:pPr>
            <a:r>
              <a:rPr lang="ru-RU" sz="2600" b="0" strike="noStrike" spc="-1" dirty="0">
                <a:solidFill>
                  <a:srgbClr val="000000"/>
                </a:solidFill>
                <a:latin typeface="Arial"/>
              </a:rPr>
              <a:t>Баги и недоработки: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Можно вводить всё что угодно(отсутствует опознавание слов).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При повторе букв, которые находятся в слове, закрашиваются все написанные.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Анализ полученных результатов</a:t>
            </a: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0" algn="ctr">
              <a:spcBef>
                <a:spcPts val="1417"/>
              </a:spcBef>
              <a:buNone/>
            </a:pPr>
            <a:r>
              <a:rPr lang="ru-RU" sz="2600" b="0" strike="noStrike" spc="-1" dirty="0">
                <a:solidFill>
                  <a:srgbClr val="000000"/>
                </a:solidFill>
                <a:latin typeface="Arial"/>
              </a:rPr>
              <a:t>Дальнейшая разработка: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Исправления багов и недочётов.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Добавление новых режимов.</a:t>
            </a:r>
          </a:p>
          <a:p>
            <a:pPr marL="432000" indent="0">
              <a:spcBef>
                <a:spcPts val="1417"/>
              </a:spcBef>
              <a:buNone/>
            </a:pPr>
            <a:endParaRPr lang="ru-RU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</TotalTime>
  <Words>251</Words>
  <Application>Microsoft Office PowerPoint</Application>
  <PresentationFormat>Произвольный</PresentationFormat>
  <Paragraphs>31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Symbol</vt:lpstr>
      <vt:lpstr>Times New Roman</vt:lpstr>
      <vt:lpstr>Wingdings</vt:lpstr>
      <vt:lpstr>Office</vt:lpstr>
      <vt:lpstr>Wordle</vt:lpstr>
      <vt:lpstr>Проблематика</vt:lpstr>
      <vt:lpstr>Цель проекта</vt:lpstr>
      <vt:lpstr>План разработки проекта</vt:lpstr>
      <vt:lpstr>Классы</vt:lpstr>
      <vt:lpstr>Фреймворк Qt</vt:lpstr>
      <vt:lpstr>Реализация</vt:lpstr>
      <vt:lpstr>Реализация</vt:lpstr>
      <vt:lpstr>Реализация</vt:lpstr>
      <vt:lpstr>Реализация</vt:lpstr>
      <vt:lpstr>Анализ полученных результатов</vt:lpstr>
      <vt:lpstr>Анализ полученных результатов</vt:lpstr>
      <vt:lpstr>Анализ полученных результатов</vt:lpstr>
      <vt:lpstr>Анализ полученных результатов</vt:lpstr>
      <vt:lpstr>Анализ полученных результатов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Wordle</dc:title>
  <dc:subject/>
  <dc:creator>User</dc:creator>
  <dc:description/>
  <cp:lastModifiedBy>User</cp:lastModifiedBy>
  <cp:revision>6</cp:revision>
  <dcterms:created xsi:type="dcterms:W3CDTF">2026-05-01T18:45:01Z</dcterms:created>
  <dcterms:modified xsi:type="dcterms:W3CDTF">2026-05-02T15:44:37Z</dcterms:modified>
  <dc:language>ru-RU</dc:language>
</cp:coreProperties>
</file>